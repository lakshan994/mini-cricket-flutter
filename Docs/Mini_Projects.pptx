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L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0E38"/>
    <a:srgbClr val="D0D1F7"/>
    <a:srgbClr val="B8BA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4"/>
    <p:restoredTop sz="96170"/>
  </p:normalViewPr>
  <p:slideViewPr>
    <p:cSldViewPr snapToGrid="0">
      <p:cViewPr varScale="1">
        <p:scale>
          <a:sx n="88" d="100"/>
          <a:sy n="88" d="100"/>
        </p:scale>
        <p:origin x="184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2169A-FB47-B1DF-DCD4-9CD4BEB86C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36638A-BC9F-19CE-EBC1-E4298548BD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L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465F2-04B6-09D0-46C0-8370FD71D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5BE4C-D545-0749-9579-899243A97EB6}" type="datetimeFigureOut">
              <a:rPr lang="en-LK" smtClean="0"/>
              <a:t>2025-02-07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842591-2C72-4964-2C88-9B35D265B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72DEF-2D05-5178-BFA6-449F19331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EF245-807A-2543-9613-505C54C7E831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1276261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C4690-45CD-DFB7-A6D3-EF85DAABC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E0A3F-2BA6-A2FD-7EF9-AC80001409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D2059-F433-61BB-7BA6-CE446F10E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5BE4C-D545-0749-9579-899243A97EB6}" type="datetimeFigureOut">
              <a:rPr lang="en-LK" smtClean="0"/>
              <a:t>2025-02-07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A09A7-0809-0A14-5CCB-72A47E652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B3E9F-B3F5-2B97-CEE9-AE965E14F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EF245-807A-2543-9613-505C54C7E831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3296241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B74E9-550B-3101-4136-A57B289ED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79CDE-B49F-13C3-C417-1ADBA17A59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3BBA97-7139-1CC4-8B15-40B4FA209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5BE4C-D545-0749-9579-899243A97EB6}" type="datetimeFigureOut">
              <a:rPr lang="en-LK" smtClean="0"/>
              <a:t>2025-02-07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C20E5-990B-B673-E212-C48536712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DDB23-870A-149C-DAD2-4AE1C91C0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EF245-807A-2543-9613-505C54C7E831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1351457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F46C4-4E63-9EFA-F316-0B5652E9E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31EE3-D2FE-ED6F-B124-5F02EB07BA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06323D-F0D3-B123-9637-7377D2ECC4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BE9001-1410-2654-D7D5-849E76CE6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5BE4C-D545-0749-9579-899243A97EB6}" type="datetimeFigureOut">
              <a:rPr lang="en-LK" smtClean="0"/>
              <a:t>2025-02-07</a:t>
            </a:fld>
            <a:endParaRPr lang="en-L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E5CF5-31EB-949A-2217-62B288AB1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E614BA-EB77-B1CB-EB16-C3BBC47E9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EF245-807A-2543-9613-505C54C7E831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3735495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A9800-D02F-7365-0231-0E8578609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76494-4CE6-D01E-9F53-7777090E8C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70BDAC-0B90-8F3E-A971-26D0F6F17C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A730FF-A858-5BC0-7E4D-9A2C0BB418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AAEFE9-20C6-A79F-3F2D-EE2CA0740D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F2558D-6876-A0A1-6993-9C40525FF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5BE4C-D545-0749-9579-899243A97EB6}" type="datetimeFigureOut">
              <a:rPr lang="en-LK" smtClean="0"/>
              <a:t>2025-02-07</a:t>
            </a:fld>
            <a:endParaRPr lang="en-L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253A5F-7188-6BA4-F644-D2CA825BC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D63679-F058-5ACE-6585-3D87B9427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EF245-807A-2543-9613-505C54C7E831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582037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0D9BE-C244-7C3B-26B6-BD125AA90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77BA46-3AA9-E403-FDC0-E290AEB5B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5BE4C-D545-0749-9579-899243A97EB6}" type="datetimeFigureOut">
              <a:rPr lang="en-LK" smtClean="0"/>
              <a:t>2025-02-07</a:t>
            </a:fld>
            <a:endParaRPr lang="en-L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BE728E-6880-016B-361B-1D0B3AFB6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3E09AA-374E-125E-859C-CBBADB72D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EF245-807A-2543-9613-505C54C7E831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3352734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AC6DE0-DC12-A5B3-727C-2CCEADDD1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5BE4C-D545-0749-9579-899243A97EB6}" type="datetimeFigureOut">
              <a:rPr lang="en-LK" smtClean="0"/>
              <a:t>2025-02-07</a:t>
            </a:fld>
            <a:endParaRPr lang="en-L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57CD7E-E7A2-BBEF-CBF3-9AF3A25E4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E274EB-F1F8-BE7A-031B-37B95AB88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EF245-807A-2543-9613-505C54C7E831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2154417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6BA14-3749-0876-5708-B274A5D55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7BC9C-F830-64DB-00C1-25E69EF32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85633C-2CC6-5353-5A39-4935FA13F8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4815F9-ED2B-25EA-5A92-7A6CAE3AA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5BE4C-D545-0749-9579-899243A97EB6}" type="datetimeFigureOut">
              <a:rPr lang="en-LK" smtClean="0"/>
              <a:t>2025-02-07</a:t>
            </a:fld>
            <a:endParaRPr lang="en-L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023373-CCDA-F46D-D66A-92EB9684A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4253F5-428A-42AB-BBD3-94A07A7CF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EF245-807A-2543-9613-505C54C7E831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1788253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56F6D-BFF7-620D-8403-97E10845E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139F73-D28C-3F0C-D0EC-C26FF50DB8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L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FDE66D-3080-A05D-6A31-8150B93796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771C66-CE57-D364-C5E4-BF594C2C4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5BE4C-D545-0749-9579-899243A97EB6}" type="datetimeFigureOut">
              <a:rPr lang="en-LK" smtClean="0"/>
              <a:t>2025-02-07</a:t>
            </a:fld>
            <a:endParaRPr lang="en-L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DB7D22-9F58-972C-E7CE-8F432007A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989291-E0CD-D86E-29C0-3C4E75F61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EF245-807A-2543-9613-505C54C7E831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1524346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1303C-85C2-DC70-AB56-8FABDE7F7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08EAA5-EC6D-421E-5407-7FB42D695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6CD3FF-E138-77D7-36A6-E13C45265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5BE4C-D545-0749-9579-899243A97EB6}" type="datetimeFigureOut">
              <a:rPr lang="en-LK" smtClean="0"/>
              <a:t>2025-02-07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7D09A-CA96-6F4B-B442-DD7022CC8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5BFF8-D460-63CD-B23F-77901DE59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EF245-807A-2543-9613-505C54C7E831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1242519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DA0A20-1D77-7C64-57EE-1882EE43F0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A9745F-C34A-E0E9-4CD1-284622795E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052C8-FAD9-65CF-96FF-90736A5AE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5BE4C-D545-0749-9579-899243A97EB6}" type="datetimeFigureOut">
              <a:rPr lang="en-LK" smtClean="0"/>
              <a:t>2025-02-07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B8563-3171-C3BB-851A-89800F5DB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7BB62-A95C-1DA9-E421-F2E7B1F80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EF245-807A-2543-9613-505C54C7E831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1587235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34BDFB-6751-6486-9E1F-D7F254EBE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75DBBF-8FED-0D80-06A8-8A3B36E0BF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72F93-9E54-CB66-CB45-4BE4EA83F3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5BE4C-D545-0749-9579-899243A97EB6}" type="datetimeFigureOut">
              <a:rPr lang="en-LK" smtClean="0"/>
              <a:t>2025-02-07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505D8-E4FD-A690-027F-1DCAEA62D2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625F9-6032-6EC9-50B0-C14750B6EA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CEF245-807A-2543-9613-505C54C7E831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3695184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L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nlearn.nsbm.ac.lk/course/view.php?id=11752" TargetMode="Externa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hdphoto" Target="../media/hdphoto1.wdp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hdphoto" Target="../media/hdphoto1.wdp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6AB33E8-F54C-8129-DCC3-744F307828AF}"/>
              </a:ext>
            </a:extLst>
          </p:cNvPr>
          <p:cNvSpPr txBox="1">
            <a:spLocks/>
          </p:cNvSpPr>
          <p:nvPr/>
        </p:nvSpPr>
        <p:spPr>
          <a:xfrm>
            <a:off x="-320035" y="1860027"/>
            <a:ext cx="6686550" cy="18163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/>
              <a:t>Mini Projects</a:t>
            </a:r>
            <a:endParaRPr lang="en-LK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56EECC-6325-C9F6-696E-323D7AB68FF1}"/>
              </a:ext>
            </a:extLst>
          </p:cNvPr>
          <p:cNvSpPr/>
          <p:nvPr/>
        </p:nvSpPr>
        <p:spPr>
          <a:xfrm>
            <a:off x="0" y="5974041"/>
            <a:ext cx="12192000" cy="883959"/>
          </a:xfrm>
          <a:prstGeom prst="rect">
            <a:avLst/>
          </a:prstGeom>
          <a:solidFill>
            <a:srgbClr val="0B0E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K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238BF3-E899-A1FE-95DE-6EB7FBFC90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7000"/>
                    </a14:imgEffect>
                    <a14:imgEffect>
                      <a14:brightnessContrast bright="-11000" contrast="4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4626" y="6023989"/>
            <a:ext cx="1624358" cy="72863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F97D7F-B10B-0589-0C6B-833CCD5BFE9E}"/>
              </a:ext>
            </a:extLst>
          </p:cNvPr>
          <p:cNvSpPr txBox="1"/>
          <p:nvPr/>
        </p:nvSpPr>
        <p:spPr>
          <a:xfrm>
            <a:off x="3886389" y="6023989"/>
            <a:ext cx="6491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sz="2000" dirty="0">
                <a:solidFill>
                  <a:schemeClr val="bg1"/>
                </a:solidFill>
              </a:rPr>
              <a:t>Diluka Wijesinghe (</a:t>
            </a:r>
            <a:r>
              <a:rPr lang="en-GB" sz="2000" dirty="0">
                <a:solidFill>
                  <a:schemeClr val="bg1"/>
                </a:solidFill>
              </a:rPr>
              <a:t>d</a:t>
            </a:r>
            <a:r>
              <a:rPr lang="en-LK" sz="2000" dirty="0">
                <a:solidFill>
                  <a:schemeClr val="bg1"/>
                </a:solidFill>
              </a:rPr>
              <a:t>iluka.w@nsbm.ac.lk)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8937F9-257A-2DF2-14BD-8AEA1C92D2FC}"/>
              </a:ext>
            </a:extLst>
          </p:cNvPr>
          <p:cNvSpPr txBox="1"/>
          <p:nvPr/>
        </p:nvSpPr>
        <p:spPr>
          <a:xfrm>
            <a:off x="3809241" y="6424099"/>
            <a:ext cx="4573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K" dirty="0">
                <a:solidFill>
                  <a:schemeClr val="bg1"/>
                </a:solidFill>
              </a:rPr>
              <a:t>Faculty of Computing | NSBM Green University</a:t>
            </a:r>
          </a:p>
        </p:txBody>
      </p:sp>
      <p:pic>
        <p:nvPicPr>
          <p:cNvPr id="1026" name="Picture 2" descr="Mini Projects | Mini Projects Topics ...">
            <a:extLst>
              <a:ext uri="{FF2B5EF4-FFF2-40B4-BE49-F238E27FC236}">
                <a16:creationId xmlns:a16="http://schemas.microsoft.com/office/drawing/2014/main" id="{8346C864-8E84-2180-21C5-DBE599EC87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5394" y="1371600"/>
            <a:ext cx="5654729" cy="3524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15A2E1C-EB0A-8077-B68F-53E622E3D69D}"/>
              </a:ext>
            </a:extLst>
          </p:cNvPr>
          <p:cNvSpPr txBox="1"/>
          <p:nvPr/>
        </p:nvSpPr>
        <p:spPr>
          <a:xfrm>
            <a:off x="2204266" y="3808950"/>
            <a:ext cx="30499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0" i="0" u="sng" strike="noStrike" dirty="0">
                <a:solidFill>
                  <a:srgbClr val="51666C"/>
                </a:solidFill>
                <a:effectLst/>
                <a:latin typeface="Open Sans" panose="020F0502020204030204" pitchFamily="34" charset="0"/>
                <a:hlinkClick r:id="rId5" tooltip="SE303.3-Mobile Application Development"/>
              </a:rPr>
              <a:t>SE303.3-MAD</a:t>
            </a:r>
            <a:endParaRPr lang="en-LK" sz="2400" u="sng" dirty="0"/>
          </a:p>
        </p:txBody>
      </p:sp>
    </p:spTree>
    <p:extLst>
      <p:ext uri="{BB962C8B-B14F-4D97-AF65-F5344CB8AC3E}">
        <p14:creationId xmlns:p14="http://schemas.microsoft.com/office/powerpoint/2010/main" val="2384455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6AB33E8-F54C-8129-DCC3-744F307828AF}"/>
              </a:ext>
            </a:extLst>
          </p:cNvPr>
          <p:cNvSpPr txBox="1">
            <a:spLocks/>
          </p:cNvSpPr>
          <p:nvPr/>
        </p:nvSpPr>
        <p:spPr>
          <a:xfrm>
            <a:off x="414910" y="60220"/>
            <a:ext cx="11115674" cy="11589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4400" dirty="0">
                <a:latin typeface="+mn-lt"/>
              </a:rPr>
              <a:t>01 – Profile Details App</a:t>
            </a:r>
            <a:endParaRPr lang="en-LK" sz="4400" dirty="0">
              <a:latin typeface="+mn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56EECC-6325-C9F6-696E-323D7AB68FF1}"/>
              </a:ext>
            </a:extLst>
          </p:cNvPr>
          <p:cNvSpPr/>
          <p:nvPr/>
        </p:nvSpPr>
        <p:spPr>
          <a:xfrm>
            <a:off x="0" y="5974041"/>
            <a:ext cx="12192000" cy="883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K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238BF3-E899-A1FE-95DE-6EB7FBFC90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7000"/>
                    </a14:imgEffect>
                    <a14:imgEffect>
                      <a14:brightnessContrast bright="-11000" contrast="4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4626" y="6023989"/>
            <a:ext cx="1624358" cy="728635"/>
          </a:xfrm>
          <a:prstGeom prst="rect">
            <a:avLst/>
          </a:prstGeom>
        </p:spPr>
      </p:pic>
      <p:pic>
        <p:nvPicPr>
          <p:cNvPr id="3" name="Picture 2" descr="A screenshot of a phone&#10;&#10;Description automatically generated">
            <a:extLst>
              <a:ext uri="{FF2B5EF4-FFF2-40B4-BE49-F238E27FC236}">
                <a16:creationId xmlns:a16="http://schemas.microsoft.com/office/drawing/2014/main" id="{43FA20CE-E0D5-E7CC-4459-DE485C68E9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7525" y="1470709"/>
            <a:ext cx="2253544" cy="470419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4993428-7F59-844A-2B13-A6AE45545C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910" y="1067157"/>
            <a:ext cx="11764391" cy="280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183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6AB33E8-F54C-8129-DCC3-744F307828AF}"/>
              </a:ext>
            </a:extLst>
          </p:cNvPr>
          <p:cNvSpPr txBox="1">
            <a:spLocks/>
          </p:cNvSpPr>
          <p:nvPr/>
        </p:nvSpPr>
        <p:spPr>
          <a:xfrm>
            <a:off x="414910" y="-415479"/>
            <a:ext cx="11115674" cy="11589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4400" dirty="0">
                <a:latin typeface="+mn-lt"/>
              </a:rPr>
              <a:t>02 – Cricket App</a:t>
            </a:r>
            <a:endParaRPr lang="en-LK" sz="4400" dirty="0">
              <a:latin typeface="+mn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56EECC-6325-C9F6-696E-323D7AB68FF1}"/>
              </a:ext>
            </a:extLst>
          </p:cNvPr>
          <p:cNvSpPr/>
          <p:nvPr/>
        </p:nvSpPr>
        <p:spPr>
          <a:xfrm>
            <a:off x="0" y="5974041"/>
            <a:ext cx="12192000" cy="883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K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238BF3-E899-A1FE-95DE-6EB7FBFC90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7000"/>
                    </a14:imgEffect>
                    <a14:imgEffect>
                      <a14:brightnessContrast bright="-11000" contrast="4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4626" y="6023989"/>
            <a:ext cx="1624358" cy="728635"/>
          </a:xfrm>
          <a:prstGeom prst="rect">
            <a:avLst/>
          </a:prstGeom>
        </p:spPr>
      </p:pic>
      <p:pic>
        <p:nvPicPr>
          <p:cNvPr id="5" name="Picture 4" descr="A screenshot of a game&#10;&#10;Description automatically generated">
            <a:extLst>
              <a:ext uri="{FF2B5EF4-FFF2-40B4-BE49-F238E27FC236}">
                <a16:creationId xmlns:a16="http://schemas.microsoft.com/office/drawing/2014/main" id="{88519D53-B5B5-758F-EAC6-DEAC662877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4475" y="1179201"/>
            <a:ext cx="1846067" cy="4229285"/>
          </a:xfrm>
          <a:prstGeom prst="rect">
            <a:avLst/>
          </a:prstGeom>
        </p:spPr>
      </p:pic>
      <p:pic>
        <p:nvPicPr>
          <p:cNvPr id="8" name="Picture 7" descr="A screenshot of a game&#10;&#10;Description automatically generated">
            <a:extLst>
              <a:ext uri="{FF2B5EF4-FFF2-40B4-BE49-F238E27FC236}">
                <a16:creationId xmlns:a16="http://schemas.microsoft.com/office/drawing/2014/main" id="{21BB11AD-552F-98FB-7347-CEC90EB3A5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0107" y="1199201"/>
            <a:ext cx="1875541" cy="4229285"/>
          </a:xfrm>
          <a:prstGeom prst="rect">
            <a:avLst/>
          </a:prstGeom>
        </p:spPr>
      </p:pic>
      <p:pic>
        <p:nvPicPr>
          <p:cNvPr id="12" name="Picture 11" descr="A screenshot of a phone&#10;&#10;Description automatically generated">
            <a:extLst>
              <a:ext uri="{FF2B5EF4-FFF2-40B4-BE49-F238E27FC236}">
                <a16:creationId xmlns:a16="http://schemas.microsoft.com/office/drawing/2014/main" id="{854F07B2-75E3-4DCA-0DFA-15DB5828C4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6125" y="843514"/>
            <a:ext cx="1976438" cy="4650442"/>
          </a:xfrm>
          <a:prstGeom prst="rect">
            <a:avLst/>
          </a:prstGeom>
        </p:spPr>
      </p:pic>
      <p:pic>
        <p:nvPicPr>
          <p:cNvPr id="14" name="Picture 13" descr="A screenshot of a game&#10;&#10;Description automatically generated">
            <a:extLst>
              <a:ext uri="{FF2B5EF4-FFF2-40B4-BE49-F238E27FC236}">
                <a16:creationId xmlns:a16="http://schemas.microsoft.com/office/drawing/2014/main" id="{46C0889B-098F-3818-2BB7-7245EB8958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9381" y="843514"/>
            <a:ext cx="2036288" cy="465044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4FFEEB3-D756-17DC-8DDC-632D3324E69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4910" y="681186"/>
            <a:ext cx="11764391" cy="280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224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6AB33E8-F54C-8129-DCC3-744F307828AF}"/>
              </a:ext>
            </a:extLst>
          </p:cNvPr>
          <p:cNvSpPr txBox="1">
            <a:spLocks/>
          </p:cNvSpPr>
          <p:nvPr/>
        </p:nvSpPr>
        <p:spPr>
          <a:xfrm>
            <a:off x="414909" y="-344247"/>
            <a:ext cx="11115674" cy="11589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4400" dirty="0">
                <a:latin typeface="+mn-lt"/>
              </a:rPr>
              <a:t>03 – </a:t>
            </a:r>
            <a:r>
              <a:rPr lang="en-GB" sz="4400" dirty="0" err="1">
                <a:latin typeface="+mn-lt"/>
              </a:rPr>
              <a:t>ToDo</a:t>
            </a:r>
            <a:r>
              <a:rPr lang="en-GB" sz="4400" dirty="0">
                <a:latin typeface="+mn-lt"/>
              </a:rPr>
              <a:t> App</a:t>
            </a:r>
            <a:endParaRPr lang="en-LK" sz="4400" dirty="0">
              <a:latin typeface="+mn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56EECC-6325-C9F6-696E-323D7AB68FF1}"/>
              </a:ext>
            </a:extLst>
          </p:cNvPr>
          <p:cNvSpPr/>
          <p:nvPr/>
        </p:nvSpPr>
        <p:spPr>
          <a:xfrm>
            <a:off x="0" y="5974041"/>
            <a:ext cx="12192000" cy="883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K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238BF3-E899-A1FE-95DE-6EB7FBFC90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7000"/>
                    </a14:imgEffect>
                    <a14:imgEffect>
                      <a14:brightnessContrast bright="-11000" contrast="4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4626" y="6023989"/>
            <a:ext cx="1624358" cy="72863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232AF70-E88B-C0F4-102F-D71B1F520A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4516" y="790931"/>
            <a:ext cx="2243138" cy="50653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378AA1-CCC2-7DFC-18FD-1B4D3D4417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2094" y="932458"/>
            <a:ext cx="2141405" cy="473473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E1F18AD-B9C7-1C35-048F-986AE80461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3057" y="778803"/>
            <a:ext cx="2243137" cy="491218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6BBA172-667D-19D1-4C8A-97E592C1B1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909" y="579585"/>
            <a:ext cx="11764391" cy="280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422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6AB33E8-F54C-8129-DCC3-744F307828AF}"/>
              </a:ext>
            </a:extLst>
          </p:cNvPr>
          <p:cNvSpPr txBox="1">
            <a:spLocks/>
          </p:cNvSpPr>
          <p:nvPr/>
        </p:nvSpPr>
        <p:spPr>
          <a:xfrm>
            <a:off x="414909" y="-344247"/>
            <a:ext cx="11115674" cy="11589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4400" dirty="0">
                <a:latin typeface="+mn-lt"/>
              </a:rPr>
              <a:t>04 – Student Management App (Firebase)</a:t>
            </a:r>
            <a:endParaRPr lang="en-LK" sz="4400" dirty="0">
              <a:latin typeface="+mn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56EECC-6325-C9F6-696E-323D7AB68FF1}"/>
              </a:ext>
            </a:extLst>
          </p:cNvPr>
          <p:cNvSpPr/>
          <p:nvPr/>
        </p:nvSpPr>
        <p:spPr>
          <a:xfrm>
            <a:off x="0" y="5974041"/>
            <a:ext cx="12192000" cy="883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K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238BF3-E899-A1FE-95DE-6EB7FBFC90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7000"/>
                    </a14:imgEffect>
                    <a14:imgEffect>
                      <a14:brightnessContrast bright="-11000" contrast="4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4626" y="6023989"/>
            <a:ext cx="1624358" cy="728635"/>
          </a:xfrm>
          <a:prstGeom prst="rect">
            <a:avLst/>
          </a:prstGeom>
        </p:spPr>
      </p:pic>
      <p:pic>
        <p:nvPicPr>
          <p:cNvPr id="5" name="Picture 4" descr="A screenshot of a form&#10;&#10;Description automatically generated">
            <a:extLst>
              <a:ext uri="{FF2B5EF4-FFF2-40B4-BE49-F238E27FC236}">
                <a16:creationId xmlns:a16="http://schemas.microsoft.com/office/drawing/2014/main" id="{2F98FB94-2375-5DE0-7D35-C09A52273F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452" y="977134"/>
            <a:ext cx="1925145" cy="4193628"/>
          </a:xfrm>
          <a:prstGeom prst="rect">
            <a:avLst/>
          </a:prstGeom>
        </p:spPr>
      </p:pic>
      <p:pic>
        <p:nvPicPr>
          <p:cNvPr id="8" name="Picture 7" descr="A screenshot of a phone&#10;&#10;Description automatically generated">
            <a:extLst>
              <a:ext uri="{FF2B5EF4-FFF2-40B4-BE49-F238E27FC236}">
                <a16:creationId xmlns:a16="http://schemas.microsoft.com/office/drawing/2014/main" id="{F0E4673B-8602-7C72-E0BC-647110B027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0612" y="1022132"/>
            <a:ext cx="1886217" cy="4193628"/>
          </a:xfrm>
          <a:prstGeom prst="rect">
            <a:avLst/>
          </a:prstGeom>
        </p:spPr>
      </p:pic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539674DD-99D0-06AA-8A80-1D3FCBBA37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2844" y="1022132"/>
            <a:ext cx="1946823" cy="4193628"/>
          </a:xfrm>
          <a:prstGeom prst="rect">
            <a:avLst/>
          </a:prstGeom>
        </p:spPr>
      </p:pic>
      <p:pic>
        <p:nvPicPr>
          <p:cNvPr id="16" name="Picture 15" descr="A screenshot of a computer&#10;&#10;Description automatically generated">
            <a:extLst>
              <a:ext uri="{FF2B5EF4-FFF2-40B4-BE49-F238E27FC236}">
                <a16:creationId xmlns:a16="http://schemas.microsoft.com/office/drawing/2014/main" id="{680C00FC-8723-073A-09CC-6FF51E1DB5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79876" y="864681"/>
            <a:ext cx="1908234" cy="430608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35464B8-B875-4DA8-F5AB-F12FFBB27C2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7609" y="595963"/>
            <a:ext cx="11764391" cy="280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486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cture 01" id="{91651442-1D02-AD4E-A848-694A2F48071B}" vid="{D4AD77CF-E40E-C049-A84B-D0622BABAFD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227</TotalTime>
  <Words>45</Words>
  <Application>Microsoft Macintosh PowerPoint</Application>
  <PresentationFormat>Widescreen</PresentationFormat>
  <Paragraphs>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Diluka W</dc:creator>
  <cp:lastModifiedBy>Diluka W</cp:lastModifiedBy>
  <cp:revision>7</cp:revision>
  <dcterms:created xsi:type="dcterms:W3CDTF">2024-01-17T02:55:24Z</dcterms:created>
  <dcterms:modified xsi:type="dcterms:W3CDTF">2025-02-07T04:06:47Z</dcterms:modified>
</cp:coreProperties>
</file>